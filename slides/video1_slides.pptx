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12161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FD7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$70,000 A YEAR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0" y="3657600"/>
            <a:ext cx="1216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MISSED CALLS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12161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FD7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PLACES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0" y="3657600"/>
            <a:ext cx="1216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Which one is your business?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2026-05-30T01:01:25Z</dcterms:created>
  <dcterms:modified xsi:type="dcterms:W3CDTF">2026-05-30T01:01:25Z</dcterms:modified>
</cp:coreProperties>
</file>