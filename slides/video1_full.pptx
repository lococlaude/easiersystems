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$70,000 A YEAR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MISSED CALLS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PLACES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Which one is your business?</a:t>
            </a:r>
            <a:endParaRPr lang="en-US" sz="3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REASONS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missed calls cost more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 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Silent Drain</a:t>
            </a:r>
            <a:endParaRPr lang="en-US" sz="3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 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128-Hour Gap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 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90-Second Fix</a:t>
            </a:r>
            <a:endParaRPr lang="en-US" sz="3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REAL PROBLEM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failure. Not effort.</a:t>
            </a:r>
            <a:endParaRPr lang="en-US" sz="3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NEW APPOINTMENTS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30 days or I work free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DM "MATH"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@easiersystems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2026-05-30T04:12:43Z</dcterms:created>
  <dcterms:modified xsi:type="dcterms:W3CDTF">2026-05-30T04:12:43Z</dcterms:modified>
</cp:coreProperties>
</file>